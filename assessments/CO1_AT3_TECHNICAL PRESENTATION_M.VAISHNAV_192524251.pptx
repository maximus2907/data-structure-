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Unbounded" charset="0"/>
      <p:regular r:id="rId9"/>
    </p:embeddedFont>
    <p:embeddedFont>
      <p:font typeface="Corbel" pitchFamily="34" charset="0"/>
      <p:regular r:id="rId10"/>
      <p:bold r:id="rId11"/>
      <p:italic r:id="rId12"/>
      <p:boldItalic r:id="rId13"/>
    </p:embeddedFont>
    <p:embeddedFont>
      <p:font typeface="Cabin" charset="0"/>
      <p:regular r:id="rId14"/>
    </p:embeddedFont>
    <p:embeddedFont>
      <p:font typeface="Cabin Bold" charset="0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Wingdings 2" pitchFamily="18" charset="2"/>
      <p:regular r:id="rId20"/>
    </p:embeddedFont>
    <p:embeddedFont>
      <p:font typeface="Wingdings 3" pitchFamily="18" charset="2"/>
      <p:regular r:id="rId21"/>
    </p:embeddedFont>
    <p:embeddedFont>
      <p:font typeface="Consolas" pitchFamily="49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-293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5140842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510358"/>
            <a:ext cx="45720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510358"/>
            <a:ext cx="27432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257550"/>
            <a:ext cx="7772400" cy="1481328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125980"/>
            <a:ext cx="7772400" cy="113157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3785546"/>
            <a:ext cx="73152" cy="126873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3597614"/>
            <a:ext cx="73152" cy="1714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3478264"/>
            <a:ext cx="73152" cy="10287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3406919"/>
            <a:ext cx="73152" cy="5486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805416"/>
            <a:ext cx="4322136" cy="4343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4961499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976478" y="964110"/>
            <a:ext cx="30861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3200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3200400"/>
            <a:ext cx="3200400" cy="8572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3200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4" y="3184923"/>
            <a:ext cx="2090737" cy="195857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3200400"/>
            <a:ext cx="16002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028700"/>
            <a:ext cx="3200400" cy="21717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314450"/>
            <a:ext cx="3200400" cy="18859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3200400"/>
            <a:ext cx="49530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3200400"/>
            <a:ext cx="53340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1828800"/>
            <a:ext cx="5638800" cy="1371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1600200"/>
            <a:ext cx="5638800" cy="1600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3200400"/>
            <a:ext cx="13716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013754"/>
            <a:ext cx="5718048" cy="733115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363160" y="301698"/>
            <a:ext cx="8503920" cy="664699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384048"/>
            <a:ext cx="8156448" cy="58293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510358"/>
            <a:ext cx="27432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510358"/>
            <a:ext cx="27432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510358"/>
            <a:ext cx="9144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510358"/>
            <a:ext cx="36576" cy="27432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8229600" cy="6858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327876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327876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301699"/>
            <a:ext cx="8867080" cy="664699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384048"/>
            <a:ext cx="7772400" cy="6858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57312"/>
            <a:ext cx="4040188" cy="47982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357312"/>
            <a:ext cx="4041775" cy="47982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44278"/>
            <a:ext cx="4040188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44278"/>
            <a:ext cx="4041775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6" name="Rectangle 15"/>
          <p:cNvSpPr/>
          <p:nvPr/>
        </p:nvSpPr>
        <p:spPr>
          <a:xfrm>
            <a:off x="87790" y="510358"/>
            <a:ext cx="45720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510358"/>
            <a:ext cx="27432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510358"/>
            <a:ext cx="27432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510358"/>
            <a:ext cx="27432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510358"/>
            <a:ext cx="9144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510358"/>
            <a:ext cx="36576" cy="27432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4048"/>
            <a:ext cx="7772400" cy="6858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4787"/>
            <a:ext cx="8229600" cy="871538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076325"/>
            <a:ext cx="2514600" cy="3429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076325"/>
            <a:ext cx="5486400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408528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413771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31177" y="898342"/>
            <a:ext cx="99572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330939"/>
            <a:ext cx="6858000" cy="526312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420336"/>
            <a:ext cx="8778240" cy="37201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862608"/>
            <a:ext cx="6858000" cy="51435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83577" y="1012642"/>
            <a:ext cx="99572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36684" y="1090014"/>
            <a:ext cx="99572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41625"/>
            <a:ext cx="2133600" cy="273844"/>
          </a:xfrm>
        </p:spPr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1625"/>
            <a:ext cx="5562600" cy="273844"/>
          </a:xfrm>
        </p:spPr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41625"/>
            <a:ext cx="457200" cy="273844"/>
          </a:xfrm>
        </p:spPr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1981200" cy="4388644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5980"/>
            <a:ext cx="58674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5140842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3785546"/>
            <a:ext cx="73152" cy="126873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3597614"/>
            <a:ext cx="73152" cy="1714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3478264"/>
            <a:ext cx="73152" cy="10287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3406919"/>
            <a:ext cx="73152" cy="5486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510358"/>
            <a:ext cx="45720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510358"/>
            <a:ext cx="27432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510358"/>
            <a:ext cx="9144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510358"/>
            <a:ext cx="9144" cy="27432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384048"/>
            <a:ext cx="7772400" cy="6858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337670"/>
            <a:ext cx="7772400" cy="3429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4812507"/>
            <a:ext cx="2133600" cy="27384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7CB97365-EBCA-4027-87D5-99FC1D4DF0BB}" type="datetimeFigureOut">
              <a:rPr lang="en-US" smtClean="0"/>
              <a:pPr/>
              <a:t>7/27/2026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812507"/>
            <a:ext cx="556260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kumimoji="0"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4812507"/>
            <a:ext cx="457200" cy="27384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1">
                  <a:shade val="50000"/>
                </a:scheme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916335"/>
            <a:ext cx="4667845" cy="2200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Dynamic Playlist Management in Music Streaming Applications Using Data Structures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3340745"/>
            <a:ext cx="4667845" cy="88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Efficient Playlist Operations Using Doubly Linked Lists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Presented by: M. VAISHNAV — Roll No: 192524251 — Dept. of Artificial Intelligence and Data Science, SIMATS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91294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 — Why playlist performance matters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52577" y="1519758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Streaming services manage large libraries and millions of user playlists. Users expect instant responses when they add, remove, or reorder tracks. The playlist back-end must provide low-latency operations while supporting features like skip, repeat, and history.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52577" y="2701677"/>
            <a:ext cx="4667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52577" y="3146003"/>
            <a:ext cx="4667845" cy="140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 dynamic insertion of tracks at arbitrary positions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Allow deletion with minimal overhead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 reordering and moves with constant-time updates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fast Next / Previous navigation for playback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Scale efficiently for very long playlists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8242"/>
            <a:ext cx="8096845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Structure Candidates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181919"/>
            <a:ext cx="3877345" cy="33068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7840" y="1116955"/>
            <a:ext cx="3877345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Array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47840" y="1454721"/>
            <a:ext cx="3877345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Pros: O(1) random access, compact memory layout. Cons: insertion/deletion require shifting elements — O(n) worst-case; expensive for frequent edits.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7840" y="2238301"/>
            <a:ext cx="3877345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Singly Linked List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47840" y="2576066"/>
            <a:ext cx="3877345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Pros: O(1) insertion at known node, low-cost node allocation. Cons: no backward traversal, deletion requires pointer to previous node or O(n) search.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7840" y="3359646"/>
            <a:ext cx="3877345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Doubly Linked List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47840" y="3697412"/>
            <a:ext cx="3877345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Pros: O(1) insertion &amp; deletion given node reference, forward and backward traversal, ideal for player Next/Previous and efficient reordering. Slightly higher memory (extra pointer) but better operational fit for playlists.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671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51421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Recommended Structure — Doubly Linked List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52577" y="1579885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playlist node stores: previous pointer, song metadata (id, title, artist, duration, URI), and next pointer. The list supports head/tail references and optional hashing (index map) for O(1) lookup of nodes by song id.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2466305"/>
            <a:ext cx="1456209" cy="2025774"/>
          </a:xfrm>
          <a:prstGeom prst="roundRect">
            <a:avLst>
              <a:gd name="adj" fmla="val 1541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4102150" y="2615878"/>
            <a:ext cx="1157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Node contents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02150" y="3145557"/>
            <a:ext cx="1157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Prev pointer · Song data · Next pointer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558358" y="2466305"/>
            <a:ext cx="1456209" cy="2025774"/>
          </a:xfrm>
          <a:prstGeom prst="roundRect">
            <a:avLst>
              <a:gd name="adj" fmla="val 1541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5707931" y="2615878"/>
            <a:ext cx="1157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Auxiliary structures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07931" y="3145557"/>
            <a:ext cx="1157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Hash map: songId → node (optional) for direct access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64139" y="2466305"/>
            <a:ext cx="1456209" cy="2025774"/>
          </a:xfrm>
          <a:prstGeom prst="roundRect">
            <a:avLst>
              <a:gd name="adj" fmla="val 1541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7313712" y="2615878"/>
            <a:ext cx="1157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Playlist features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3712" y="3145557"/>
            <a:ext cx="11570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Skip, repeat, move-to-front, remove, insert-after, insert-before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502494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Why Doubly Linked Lists Win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153766"/>
            <a:ext cx="746522" cy="461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7102" y="2153766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Bi-directional navigation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57102" y="2683446"/>
            <a:ext cx="164075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Native support for Next and Previous playback without extra state.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860" y="2153766"/>
            <a:ext cx="746522" cy="4613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8384" y="2153766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Constant-time edits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18384" y="2683446"/>
            <a:ext cx="164075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Insert, remove, and move require only pointer updates when node reference known.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143" y="2153766"/>
            <a:ext cx="746522" cy="4613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153766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Integrates with sync &amp; caching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683446"/>
            <a:ext cx="164075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Works well with diffs, CRDTs, and server-side persistence for large-scale apps.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77405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Recommendation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878434"/>
            <a:ext cx="4667845" cy="2083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Doubly linked lists provide the best balance of efficiency, flexibility, and straightforward implementation for dynamic playlist management in music streaming apps. When combined with an optional songId→node map and a compact sync log, they deliver O(1) runtime edits and robust cross-device behavior.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Final recommendation: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Implement an in-memory doubly linked list for runtime playlist operations, augment with an index map for direct access, and integrate a lightweight event log for synchronization and durability.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723977" y="413005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Thank you</a:t>
            </a:r>
            <a:endParaRPr lang="en-US" sz="11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</TotalTime>
  <Words>470</Words>
  <Application>Microsoft Office PowerPoint</Application>
  <PresentationFormat>On-screen Show (16:9)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Unbounded</vt:lpstr>
      <vt:lpstr>Corbel</vt:lpstr>
      <vt:lpstr>Cabin</vt:lpstr>
      <vt:lpstr>Cabin Bold</vt:lpstr>
      <vt:lpstr>Calibri</vt:lpstr>
      <vt:lpstr>Wingdings</vt:lpstr>
      <vt:lpstr>Wingdings 2</vt:lpstr>
      <vt:lpstr>Wingdings 3</vt:lpstr>
      <vt:lpstr>Consolas</vt:lpstr>
      <vt:lpstr>Metro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2</cp:revision>
  <dcterms:created xsi:type="dcterms:W3CDTF">2026-07-27T16:48:05Z</dcterms:created>
  <dcterms:modified xsi:type="dcterms:W3CDTF">2026-07-27T16:50:51Z</dcterms:modified>
</cp:coreProperties>
</file>